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2192000" cy="457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BFC5"/>
    <a:srgbClr val="F8756B"/>
    <a:srgbClr val="A2A400"/>
    <a:srgbClr val="00BD79"/>
    <a:srgbClr val="01AFF6"/>
    <a:srgbClr val="E663F2"/>
    <a:srgbClr val="38B600"/>
    <a:srgbClr val="E4B556"/>
    <a:srgbClr val="8E8AFE"/>
    <a:srgbClr val="FE98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8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48242"/>
            <a:ext cx="91440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01359"/>
            <a:ext cx="91440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6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7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139826"/>
            <a:ext cx="1051560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059642"/>
            <a:ext cx="1051560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2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17083"/>
            <a:ext cx="5181600" cy="290089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17083"/>
            <a:ext cx="5181600" cy="290089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7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43417"/>
            <a:ext cx="10515600" cy="88370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120775"/>
            <a:ext cx="5157787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670050"/>
            <a:ext cx="5157787" cy="245639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20775"/>
            <a:ext cx="518318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670050"/>
            <a:ext cx="5183188" cy="245639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6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4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04800"/>
            <a:ext cx="3932237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58284"/>
            <a:ext cx="6172200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71600"/>
            <a:ext cx="3932237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20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04800"/>
            <a:ext cx="3932237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58284"/>
            <a:ext cx="6172200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71600"/>
            <a:ext cx="3932237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7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3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43417"/>
            <a:ext cx="2628900" cy="387455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43417"/>
            <a:ext cx="7734300" cy="3874559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7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43417"/>
            <a:ext cx="1051560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7083"/>
            <a:ext cx="1051560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237567"/>
            <a:ext cx="27432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98713-0E35-4040-B9F0-3DD5AEE4701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237567"/>
            <a:ext cx="41148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237567"/>
            <a:ext cx="27432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05B4C-BA4F-459B-B457-E238AAE27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7176161" y="0"/>
            <a:ext cx="1081995" cy="3724813"/>
          </a:xfrm>
          <a:prstGeom prst="rect">
            <a:avLst/>
          </a:prstGeom>
          <a:solidFill>
            <a:srgbClr val="03BFC5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6439673" y="11633"/>
            <a:ext cx="362040" cy="3713180"/>
          </a:xfrm>
          <a:prstGeom prst="rect">
            <a:avLst/>
          </a:prstGeom>
          <a:solidFill>
            <a:srgbClr val="F8756B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eur droit 5"/>
          <p:cNvCxnSpPr/>
          <p:nvPr/>
        </p:nvCxnSpPr>
        <p:spPr>
          <a:xfrm>
            <a:off x="5623965" y="140801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" y="3715349"/>
            <a:ext cx="12192000" cy="19829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96000">
                <a:schemeClr val="bg2">
                  <a:lumMod val="1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ZoneTexte 7"/>
          <p:cNvSpPr txBox="1"/>
          <p:nvPr/>
        </p:nvSpPr>
        <p:spPr>
          <a:xfrm>
            <a:off x="3204322" y="3922804"/>
            <a:ext cx="683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</a:t>
            </a:r>
            <a:endParaRPr lang="en-US" dirty="0"/>
          </a:p>
        </p:txBody>
      </p:sp>
      <p:sp>
        <p:nvSpPr>
          <p:cNvPr id="9" name="ZoneTexte 8"/>
          <p:cNvSpPr txBox="1"/>
          <p:nvPr/>
        </p:nvSpPr>
        <p:spPr>
          <a:xfrm>
            <a:off x="6846682" y="3908705"/>
            <a:ext cx="683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2010</a:t>
            </a:r>
            <a:endParaRPr lang="en-US" dirty="0"/>
          </a:p>
        </p:txBody>
      </p:sp>
      <p:sp>
        <p:nvSpPr>
          <p:cNvPr id="10" name="ZoneTexte 9"/>
          <p:cNvSpPr txBox="1"/>
          <p:nvPr/>
        </p:nvSpPr>
        <p:spPr>
          <a:xfrm>
            <a:off x="10489042" y="3908705"/>
            <a:ext cx="683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2020</a:t>
            </a:r>
            <a:endParaRPr lang="en-US" dirty="0"/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584200" y="0"/>
            <a:ext cx="0" cy="3715349"/>
          </a:xfrm>
          <a:prstGeom prst="line">
            <a:avLst/>
          </a:prstGeom>
          <a:ln w="38100">
            <a:solidFill>
              <a:srgbClr val="FE9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 flipV="1">
            <a:off x="2421467" y="0"/>
            <a:ext cx="0" cy="3715349"/>
          </a:xfrm>
          <a:prstGeom prst="line">
            <a:avLst/>
          </a:prstGeom>
          <a:ln w="38100">
            <a:solidFill>
              <a:srgbClr val="8E8A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V="1">
            <a:off x="5706533" y="-1"/>
            <a:ext cx="0" cy="3715349"/>
          </a:xfrm>
          <a:prstGeom prst="line">
            <a:avLst/>
          </a:prstGeom>
          <a:ln w="38100">
            <a:solidFill>
              <a:srgbClr val="E4B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 flipV="1">
            <a:off x="6438898" y="-8468"/>
            <a:ext cx="0" cy="3715349"/>
          </a:xfrm>
          <a:prstGeom prst="line">
            <a:avLst/>
          </a:prstGeom>
          <a:ln w="38100">
            <a:solidFill>
              <a:srgbClr val="F875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flipV="1">
            <a:off x="7162978" y="0"/>
            <a:ext cx="0" cy="3715349"/>
          </a:xfrm>
          <a:prstGeom prst="line">
            <a:avLst/>
          </a:prstGeom>
          <a:ln w="38100">
            <a:solidFill>
              <a:srgbClr val="03BF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 flipV="1">
            <a:off x="8630705" y="-2"/>
            <a:ext cx="0" cy="3715349"/>
          </a:xfrm>
          <a:prstGeom prst="line">
            <a:avLst/>
          </a:prstGeom>
          <a:ln w="38100">
            <a:solidFill>
              <a:srgbClr val="38B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 flipV="1">
            <a:off x="9019113" y="-3"/>
            <a:ext cx="0" cy="3715349"/>
          </a:xfrm>
          <a:prstGeom prst="line">
            <a:avLst/>
          </a:prstGeom>
          <a:ln w="38100">
            <a:solidFill>
              <a:srgbClr val="E663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 flipV="1">
            <a:off x="10100731" y="0"/>
            <a:ext cx="0" cy="3715349"/>
          </a:xfrm>
          <a:prstGeom prst="line">
            <a:avLst/>
          </a:prstGeom>
          <a:ln w="38100">
            <a:solidFill>
              <a:srgbClr val="01AF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flipV="1">
            <a:off x="10469988" y="-4"/>
            <a:ext cx="0" cy="3715349"/>
          </a:xfrm>
          <a:prstGeom prst="line">
            <a:avLst/>
          </a:prstGeom>
          <a:ln w="38100">
            <a:solidFill>
              <a:srgbClr val="00BD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flipV="1">
            <a:off x="10842377" y="11637"/>
            <a:ext cx="0" cy="3715349"/>
          </a:xfrm>
          <a:prstGeom prst="line">
            <a:avLst/>
          </a:prstGeom>
          <a:ln w="38100">
            <a:solidFill>
              <a:srgbClr val="A2A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5503333" y="4110335"/>
            <a:ext cx="1253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Year</a:t>
            </a:r>
            <a:endParaRPr lang="en-US" sz="2400" dirty="0"/>
          </a:p>
        </p:txBody>
      </p:sp>
      <p:sp>
        <p:nvSpPr>
          <p:cNvPr id="24" name="Larme 23"/>
          <p:cNvSpPr/>
          <p:nvPr/>
        </p:nvSpPr>
        <p:spPr>
          <a:xfrm rot="8232473">
            <a:off x="29998" y="263683"/>
            <a:ext cx="1143412" cy="1181042"/>
          </a:xfrm>
          <a:prstGeom prst="teardrop">
            <a:avLst/>
          </a:prstGeom>
          <a:solidFill>
            <a:srgbClr val="FE98D2"/>
          </a:solidFill>
          <a:ln>
            <a:solidFill>
              <a:srgbClr val="FE9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ZoneTexte 24"/>
          <p:cNvSpPr txBox="1"/>
          <p:nvPr/>
        </p:nvSpPr>
        <p:spPr>
          <a:xfrm>
            <a:off x="116840" y="709509"/>
            <a:ext cx="99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UNFCCC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oupe 46"/>
          <p:cNvGrpSpPr/>
          <p:nvPr/>
        </p:nvGrpSpPr>
        <p:grpSpPr>
          <a:xfrm>
            <a:off x="1860914" y="1340648"/>
            <a:ext cx="1143412" cy="1181042"/>
            <a:chOff x="1860914" y="985043"/>
            <a:chExt cx="1143412" cy="1181042"/>
          </a:xfrm>
        </p:grpSpPr>
        <p:sp>
          <p:nvSpPr>
            <p:cNvPr id="26" name="Larme 25"/>
            <p:cNvSpPr/>
            <p:nvPr/>
          </p:nvSpPr>
          <p:spPr>
            <a:xfrm rot="8232473">
              <a:off x="1860914" y="985043"/>
              <a:ext cx="1143412" cy="1181042"/>
            </a:xfrm>
            <a:prstGeom prst="teardrop">
              <a:avLst/>
            </a:prstGeom>
            <a:solidFill>
              <a:srgbClr val="8E8AFE"/>
            </a:solidFill>
            <a:ln>
              <a:solidFill>
                <a:srgbClr val="8E8AF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1934780" y="1222980"/>
              <a:ext cx="9956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Kyoto</a:t>
              </a:r>
            </a:p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Protocol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9" name="Larme 28"/>
          <p:cNvSpPr/>
          <p:nvPr/>
        </p:nvSpPr>
        <p:spPr>
          <a:xfrm rot="8232473">
            <a:off x="5167051" y="1952325"/>
            <a:ext cx="1143412" cy="1181042"/>
          </a:xfrm>
          <a:prstGeom prst="teardrop">
            <a:avLst/>
          </a:prstGeom>
          <a:solidFill>
            <a:srgbClr val="E4B5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ZoneTexte 29"/>
          <p:cNvSpPr txBox="1"/>
          <p:nvPr/>
        </p:nvSpPr>
        <p:spPr>
          <a:xfrm>
            <a:off x="5171440" y="2190262"/>
            <a:ext cx="1065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 Clean Development Mechanism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Larme 30"/>
          <p:cNvSpPr/>
          <p:nvPr/>
        </p:nvSpPr>
        <p:spPr>
          <a:xfrm rot="8232473">
            <a:off x="5867967" y="264721"/>
            <a:ext cx="1143412" cy="1181042"/>
          </a:xfrm>
          <a:prstGeom prst="teardrop">
            <a:avLst/>
          </a:prstGeom>
          <a:solidFill>
            <a:srgbClr val="F875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ZoneTexte 31"/>
          <p:cNvSpPr txBox="1"/>
          <p:nvPr/>
        </p:nvSpPr>
        <p:spPr>
          <a:xfrm>
            <a:off x="5872356" y="502658"/>
            <a:ext cx="1065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 2008/9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Financial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Crisis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3" name="Larme 32"/>
          <p:cNvSpPr/>
          <p:nvPr/>
        </p:nvSpPr>
        <p:spPr>
          <a:xfrm rot="8232473">
            <a:off x="6631132" y="1360896"/>
            <a:ext cx="1143412" cy="1181042"/>
          </a:xfrm>
          <a:prstGeom prst="teardrop">
            <a:avLst/>
          </a:prstGeom>
          <a:solidFill>
            <a:srgbClr val="03BFC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ZoneTexte 33"/>
          <p:cNvSpPr txBox="1"/>
          <p:nvPr/>
        </p:nvSpPr>
        <p:spPr>
          <a:xfrm>
            <a:off x="6635521" y="1598833"/>
            <a:ext cx="1065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 IMO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e</a:t>
            </a:r>
            <a:r>
              <a:rPr lang="en-US" sz="1600" dirty="0" smtClean="0">
                <a:solidFill>
                  <a:schemeClr val="bg1"/>
                </a:solidFill>
              </a:rPr>
              <a:t>fficiency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</a:t>
            </a:r>
            <a:r>
              <a:rPr lang="en-US" sz="1600" dirty="0" smtClean="0">
                <a:solidFill>
                  <a:schemeClr val="bg1"/>
                </a:solidFill>
              </a:rPr>
              <a:t>olicies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5" name="Larme 34"/>
          <p:cNvSpPr/>
          <p:nvPr/>
        </p:nvSpPr>
        <p:spPr>
          <a:xfrm rot="8232473">
            <a:off x="8068677" y="193245"/>
            <a:ext cx="1143412" cy="1181042"/>
          </a:xfrm>
          <a:prstGeom prst="teardrop">
            <a:avLst/>
          </a:prstGeom>
          <a:solidFill>
            <a:srgbClr val="38B6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ZoneTexte 35"/>
          <p:cNvSpPr txBox="1"/>
          <p:nvPr/>
        </p:nvSpPr>
        <p:spPr>
          <a:xfrm>
            <a:off x="8103446" y="365136"/>
            <a:ext cx="1065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European</a:t>
            </a:r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2030 climate &amp; energy framework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Larme 36"/>
          <p:cNvSpPr/>
          <p:nvPr/>
        </p:nvSpPr>
        <p:spPr>
          <a:xfrm rot="8232473">
            <a:off x="8462117" y="1611917"/>
            <a:ext cx="1143412" cy="1181042"/>
          </a:xfrm>
          <a:prstGeom prst="teardrop">
            <a:avLst/>
          </a:prstGeom>
          <a:solidFill>
            <a:srgbClr val="E663F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ZoneTexte 37"/>
          <p:cNvSpPr txBox="1"/>
          <p:nvPr/>
        </p:nvSpPr>
        <p:spPr>
          <a:xfrm>
            <a:off x="8505485" y="1912718"/>
            <a:ext cx="1065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Paris Agreement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9" name="Larme 38"/>
          <p:cNvSpPr/>
          <p:nvPr/>
        </p:nvSpPr>
        <p:spPr>
          <a:xfrm rot="8232473">
            <a:off x="9539745" y="2246091"/>
            <a:ext cx="1143412" cy="1181042"/>
          </a:xfrm>
          <a:prstGeom prst="teardrop">
            <a:avLst/>
          </a:prstGeom>
          <a:solidFill>
            <a:srgbClr val="01AF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ZoneTexte 39"/>
          <p:cNvSpPr txBox="1"/>
          <p:nvPr/>
        </p:nvSpPr>
        <p:spPr>
          <a:xfrm>
            <a:off x="9574514" y="2417982"/>
            <a:ext cx="1065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IPCC Special Reports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1" name="Larme 40"/>
          <p:cNvSpPr/>
          <p:nvPr/>
        </p:nvSpPr>
        <p:spPr>
          <a:xfrm rot="8232473">
            <a:off x="9917336" y="12807"/>
            <a:ext cx="1143412" cy="1181042"/>
          </a:xfrm>
          <a:prstGeom prst="teardrop">
            <a:avLst/>
          </a:prstGeom>
          <a:solidFill>
            <a:srgbClr val="00BD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ZoneTexte 41"/>
          <p:cNvSpPr txBox="1"/>
          <p:nvPr/>
        </p:nvSpPr>
        <p:spPr>
          <a:xfrm>
            <a:off x="9959049" y="313769"/>
            <a:ext cx="1065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European Green Deal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3" name="Larme 42"/>
          <p:cNvSpPr/>
          <p:nvPr/>
        </p:nvSpPr>
        <p:spPr>
          <a:xfrm rot="8232473">
            <a:off x="10297437" y="1331485"/>
            <a:ext cx="1143412" cy="1181042"/>
          </a:xfrm>
          <a:prstGeom prst="teardrop">
            <a:avLst/>
          </a:prstGeom>
          <a:solidFill>
            <a:srgbClr val="A2A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ZoneTexte 43"/>
          <p:cNvSpPr txBox="1"/>
          <p:nvPr/>
        </p:nvSpPr>
        <p:spPr>
          <a:xfrm>
            <a:off x="10355885" y="1629618"/>
            <a:ext cx="1065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COVID-19 Pandemic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910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7176161" y="0"/>
            <a:ext cx="1081995" cy="3724813"/>
          </a:xfrm>
          <a:prstGeom prst="rect">
            <a:avLst/>
          </a:prstGeom>
          <a:solidFill>
            <a:srgbClr val="03BFC5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6439673" y="11633"/>
            <a:ext cx="362040" cy="3686053"/>
          </a:xfrm>
          <a:prstGeom prst="rect">
            <a:avLst/>
          </a:prstGeom>
          <a:solidFill>
            <a:srgbClr val="F8756B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" y="2160575"/>
            <a:ext cx="12210447" cy="2227533"/>
          </a:xfrm>
          <a:prstGeom prst="rect">
            <a:avLst/>
          </a:prstGeom>
        </p:spPr>
      </p:pic>
      <p:cxnSp>
        <p:nvCxnSpPr>
          <p:cNvPr id="6" name="Connecteur droit 5"/>
          <p:cNvCxnSpPr/>
          <p:nvPr/>
        </p:nvCxnSpPr>
        <p:spPr>
          <a:xfrm>
            <a:off x="5623965" y="140801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8501" y="3715349"/>
            <a:ext cx="12153499" cy="15400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96000">
                <a:schemeClr val="bg2">
                  <a:lumMod val="1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ZoneTexte 7"/>
          <p:cNvSpPr txBox="1"/>
          <p:nvPr/>
        </p:nvSpPr>
        <p:spPr>
          <a:xfrm>
            <a:off x="3204322" y="3922804"/>
            <a:ext cx="683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2000</a:t>
            </a:r>
            <a:endParaRPr lang="en-US" dirty="0"/>
          </a:p>
        </p:txBody>
      </p:sp>
      <p:sp>
        <p:nvSpPr>
          <p:cNvPr id="9" name="ZoneTexte 8"/>
          <p:cNvSpPr txBox="1"/>
          <p:nvPr/>
        </p:nvSpPr>
        <p:spPr>
          <a:xfrm>
            <a:off x="6846682" y="3908705"/>
            <a:ext cx="683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2010</a:t>
            </a:r>
            <a:endParaRPr lang="en-US" dirty="0"/>
          </a:p>
        </p:txBody>
      </p:sp>
      <p:sp>
        <p:nvSpPr>
          <p:cNvPr id="10" name="ZoneTexte 9"/>
          <p:cNvSpPr txBox="1"/>
          <p:nvPr/>
        </p:nvSpPr>
        <p:spPr>
          <a:xfrm>
            <a:off x="10489042" y="3908705"/>
            <a:ext cx="683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2020</a:t>
            </a:r>
            <a:endParaRPr lang="en-US" dirty="0"/>
          </a:p>
        </p:txBody>
      </p:sp>
      <p:cxnSp>
        <p:nvCxnSpPr>
          <p:cNvPr id="12" name="Connecteur droit 11"/>
          <p:cNvCxnSpPr/>
          <p:nvPr/>
        </p:nvCxnSpPr>
        <p:spPr>
          <a:xfrm flipV="1">
            <a:off x="584200" y="0"/>
            <a:ext cx="0" cy="3715349"/>
          </a:xfrm>
          <a:prstGeom prst="line">
            <a:avLst/>
          </a:prstGeom>
          <a:ln w="38100">
            <a:solidFill>
              <a:srgbClr val="FE98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 flipV="1">
            <a:off x="2421467" y="0"/>
            <a:ext cx="0" cy="3715349"/>
          </a:xfrm>
          <a:prstGeom prst="line">
            <a:avLst/>
          </a:prstGeom>
          <a:ln w="38100">
            <a:solidFill>
              <a:srgbClr val="8E8A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V="1">
            <a:off x="5706533" y="-1"/>
            <a:ext cx="0" cy="3715349"/>
          </a:xfrm>
          <a:prstGeom prst="line">
            <a:avLst/>
          </a:prstGeom>
          <a:ln w="38100">
            <a:solidFill>
              <a:srgbClr val="E4B5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 flipV="1">
            <a:off x="6438898" y="-8468"/>
            <a:ext cx="0" cy="3715349"/>
          </a:xfrm>
          <a:prstGeom prst="line">
            <a:avLst/>
          </a:prstGeom>
          <a:ln w="38100">
            <a:solidFill>
              <a:srgbClr val="F875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flipV="1">
            <a:off x="7162978" y="0"/>
            <a:ext cx="0" cy="3715349"/>
          </a:xfrm>
          <a:prstGeom prst="line">
            <a:avLst/>
          </a:prstGeom>
          <a:ln w="38100">
            <a:solidFill>
              <a:srgbClr val="03BF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 flipV="1">
            <a:off x="8630705" y="-2"/>
            <a:ext cx="0" cy="3715349"/>
          </a:xfrm>
          <a:prstGeom prst="line">
            <a:avLst/>
          </a:prstGeom>
          <a:ln w="38100">
            <a:solidFill>
              <a:srgbClr val="38B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 flipV="1">
            <a:off x="9019113" y="-3"/>
            <a:ext cx="0" cy="3715349"/>
          </a:xfrm>
          <a:prstGeom prst="line">
            <a:avLst/>
          </a:prstGeom>
          <a:ln w="38100">
            <a:solidFill>
              <a:srgbClr val="E663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 flipV="1">
            <a:off x="10100731" y="0"/>
            <a:ext cx="0" cy="3715349"/>
          </a:xfrm>
          <a:prstGeom prst="line">
            <a:avLst/>
          </a:prstGeom>
          <a:ln w="38100">
            <a:solidFill>
              <a:srgbClr val="01AF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flipV="1">
            <a:off x="10469988" y="-4"/>
            <a:ext cx="0" cy="3715349"/>
          </a:xfrm>
          <a:prstGeom prst="line">
            <a:avLst/>
          </a:prstGeom>
          <a:ln w="38100">
            <a:solidFill>
              <a:srgbClr val="00BD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flipV="1">
            <a:off x="10842377" y="11637"/>
            <a:ext cx="0" cy="3715349"/>
          </a:xfrm>
          <a:prstGeom prst="line">
            <a:avLst/>
          </a:prstGeom>
          <a:ln w="38100">
            <a:solidFill>
              <a:srgbClr val="A2A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5503333" y="4110335"/>
            <a:ext cx="1253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Year</a:t>
            </a:r>
            <a:endParaRPr lang="en-US" sz="2400" dirty="0"/>
          </a:p>
        </p:txBody>
      </p:sp>
      <p:sp>
        <p:nvSpPr>
          <p:cNvPr id="24" name="Larme 23"/>
          <p:cNvSpPr/>
          <p:nvPr/>
        </p:nvSpPr>
        <p:spPr>
          <a:xfrm rot="8232473">
            <a:off x="29998" y="263683"/>
            <a:ext cx="1143412" cy="1181042"/>
          </a:xfrm>
          <a:prstGeom prst="teardrop">
            <a:avLst/>
          </a:prstGeom>
          <a:solidFill>
            <a:srgbClr val="FE98D2"/>
          </a:solidFill>
          <a:ln>
            <a:solidFill>
              <a:srgbClr val="FE9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ZoneTexte 24"/>
          <p:cNvSpPr txBox="1"/>
          <p:nvPr/>
        </p:nvSpPr>
        <p:spPr>
          <a:xfrm>
            <a:off x="116840" y="709509"/>
            <a:ext cx="99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UNFCCC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oupe 46"/>
          <p:cNvGrpSpPr/>
          <p:nvPr/>
        </p:nvGrpSpPr>
        <p:grpSpPr>
          <a:xfrm>
            <a:off x="1860914" y="1340648"/>
            <a:ext cx="1143412" cy="1181042"/>
            <a:chOff x="1860914" y="985043"/>
            <a:chExt cx="1143412" cy="1181042"/>
          </a:xfrm>
        </p:grpSpPr>
        <p:sp>
          <p:nvSpPr>
            <p:cNvPr id="26" name="Larme 25"/>
            <p:cNvSpPr/>
            <p:nvPr/>
          </p:nvSpPr>
          <p:spPr>
            <a:xfrm rot="8232473">
              <a:off x="1860914" y="985043"/>
              <a:ext cx="1143412" cy="1181042"/>
            </a:xfrm>
            <a:prstGeom prst="teardrop">
              <a:avLst/>
            </a:prstGeom>
            <a:solidFill>
              <a:srgbClr val="8E8AFE"/>
            </a:solidFill>
            <a:ln>
              <a:solidFill>
                <a:srgbClr val="8E8AF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1934780" y="1222980"/>
              <a:ext cx="9956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Kyoto</a:t>
              </a:r>
            </a:p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Protocol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9" name="Larme 28"/>
          <p:cNvSpPr/>
          <p:nvPr/>
        </p:nvSpPr>
        <p:spPr>
          <a:xfrm rot="8232473">
            <a:off x="5167051" y="1952325"/>
            <a:ext cx="1143412" cy="1181042"/>
          </a:xfrm>
          <a:prstGeom prst="teardrop">
            <a:avLst/>
          </a:prstGeom>
          <a:solidFill>
            <a:srgbClr val="E4B5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ZoneTexte 29"/>
          <p:cNvSpPr txBox="1"/>
          <p:nvPr/>
        </p:nvSpPr>
        <p:spPr>
          <a:xfrm>
            <a:off x="5171440" y="2190262"/>
            <a:ext cx="1065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 Clean Development Mechanism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Larme 30"/>
          <p:cNvSpPr/>
          <p:nvPr/>
        </p:nvSpPr>
        <p:spPr>
          <a:xfrm rot="8232473">
            <a:off x="5867967" y="264721"/>
            <a:ext cx="1143412" cy="1181042"/>
          </a:xfrm>
          <a:prstGeom prst="teardrop">
            <a:avLst/>
          </a:prstGeom>
          <a:solidFill>
            <a:srgbClr val="F875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ZoneTexte 31"/>
          <p:cNvSpPr txBox="1"/>
          <p:nvPr/>
        </p:nvSpPr>
        <p:spPr>
          <a:xfrm>
            <a:off x="5872356" y="502658"/>
            <a:ext cx="1065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 2008/9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Financial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Crisis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3" name="Larme 32"/>
          <p:cNvSpPr/>
          <p:nvPr/>
        </p:nvSpPr>
        <p:spPr>
          <a:xfrm rot="8232473">
            <a:off x="6631132" y="1360896"/>
            <a:ext cx="1143412" cy="1181042"/>
          </a:xfrm>
          <a:prstGeom prst="teardrop">
            <a:avLst/>
          </a:prstGeom>
          <a:solidFill>
            <a:srgbClr val="03BFC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ZoneTexte 33"/>
          <p:cNvSpPr txBox="1"/>
          <p:nvPr/>
        </p:nvSpPr>
        <p:spPr>
          <a:xfrm>
            <a:off x="6635521" y="1598833"/>
            <a:ext cx="1065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 IMO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e</a:t>
            </a:r>
            <a:r>
              <a:rPr lang="en-US" sz="1600" dirty="0" smtClean="0">
                <a:solidFill>
                  <a:schemeClr val="bg1"/>
                </a:solidFill>
              </a:rPr>
              <a:t>fficiency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</a:t>
            </a:r>
            <a:r>
              <a:rPr lang="en-US" sz="1600" dirty="0" smtClean="0">
                <a:solidFill>
                  <a:schemeClr val="bg1"/>
                </a:solidFill>
              </a:rPr>
              <a:t>olicies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5" name="Larme 34"/>
          <p:cNvSpPr/>
          <p:nvPr/>
        </p:nvSpPr>
        <p:spPr>
          <a:xfrm rot="8232473">
            <a:off x="8068677" y="193245"/>
            <a:ext cx="1143412" cy="1181042"/>
          </a:xfrm>
          <a:prstGeom prst="teardrop">
            <a:avLst/>
          </a:prstGeom>
          <a:solidFill>
            <a:srgbClr val="38B6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ZoneTexte 35"/>
          <p:cNvSpPr txBox="1"/>
          <p:nvPr/>
        </p:nvSpPr>
        <p:spPr>
          <a:xfrm>
            <a:off x="8103446" y="365136"/>
            <a:ext cx="1065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European</a:t>
            </a:r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2030 climate &amp; energy framework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Larme 36"/>
          <p:cNvSpPr/>
          <p:nvPr/>
        </p:nvSpPr>
        <p:spPr>
          <a:xfrm rot="8232473">
            <a:off x="8462117" y="1611917"/>
            <a:ext cx="1143412" cy="1181042"/>
          </a:xfrm>
          <a:prstGeom prst="teardrop">
            <a:avLst/>
          </a:prstGeom>
          <a:solidFill>
            <a:srgbClr val="E663F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ZoneTexte 37"/>
          <p:cNvSpPr txBox="1"/>
          <p:nvPr/>
        </p:nvSpPr>
        <p:spPr>
          <a:xfrm>
            <a:off x="8505485" y="1912718"/>
            <a:ext cx="1065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Paris Agreement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9" name="Larme 38"/>
          <p:cNvSpPr/>
          <p:nvPr/>
        </p:nvSpPr>
        <p:spPr>
          <a:xfrm rot="8232473">
            <a:off x="9539745" y="2246091"/>
            <a:ext cx="1143412" cy="1181042"/>
          </a:xfrm>
          <a:prstGeom prst="teardrop">
            <a:avLst/>
          </a:prstGeom>
          <a:solidFill>
            <a:srgbClr val="01AF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ZoneTexte 39"/>
          <p:cNvSpPr txBox="1"/>
          <p:nvPr/>
        </p:nvSpPr>
        <p:spPr>
          <a:xfrm>
            <a:off x="9574514" y="2417982"/>
            <a:ext cx="1065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IPCC Special Reports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1" name="Larme 40"/>
          <p:cNvSpPr/>
          <p:nvPr/>
        </p:nvSpPr>
        <p:spPr>
          <a:xfrm rot="8232473">
            <a:off x="9917336" y="12807"/>
            <a:ext cx="1143412" cy="1181042"/>
          </a:xfrm>
          <a:prstGeom prst="teardrop">
            <a:avLst/>
          </a:prstGeom>
          <a:solidFill>
            <a:srgbClr val="00BD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ZoneTexte 41"/>
          <p:cNvSpPr txBox="1"/>
          <p:nvPr/>
        </p:nvSpPr>
        <p:spPr>
          <a:xfrm>
            <a:off x="9959049" y="313769"/>
            <a:ext cx="1065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European Green Deal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3" name="Larme 42"/>
          <p:cNvSpPr/>
          <p:nvPr/>
        </p:nvSpPr>
        <p:spPr>
          <a:xfrm rot="8232473">
            <a:off x="10297437" y="1331485"/>
            <a:ext cx="1143412" cy="1181042"/>
          </a:xfrm>
          <a:prstGeom prst="teardrop">
            <a:avLst/>
          </a:prstGeom>
          <a:solidFill>
            <a:srgbClr val="A2A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ZoneTexte 43"/>
          <p:cNvSpPr txBox="1"/>
          <p:nvPr/>
        </p:nvSpPr>
        <p:spPr>
          <a:xfrm>
            <a:off x="10355885" y="1629618"/>
            <a:ext cx="1065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COVID-19 Pandemic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2249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70</Words>
  <Application>Microsoft Office PowerPoint</Application>
  <PresentationFormat>Personnalisé</PresentationFormat>
  <Paragraphs>40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Devi Veytia</dc:creator>
  <cp:lastModifiedBy>Devi Veytia</cp:lastModifiedBy>
  <cp:revision>6</cp:revision>
  <cp:lastPrinted>2025-11-10T17:03:41Z</cp:lastPrinted>
  <dcterms:created xsi:type="dcterms:W3CDTF">2025-11-10T15:39:10Z</dcterms:created>
  <dcterms:modified xsi:type="dcterms:W3CDTF">2025-11-10T17:13:04Z</dcterms:modified>
</cp:coreProperties>
</file>